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aleway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bold.fntdata"/><Relationship Id="rId12" Type="http://schemas.openxmlformats.org/officeDocument/2006/relationships/font" Target="fonts/Raleway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Italic.fntdata"/><Relationship Id="rId14" Type="http://schemas.openxmlformats.org/officeDocument/2006/relationships/font" Target="fonts/Raleway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f0ba4e467_3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f0ba4e467_3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f0ba4e4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f0ba4e4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f0ba4e46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f0ba4e46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f0ba4e467_3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f0ba4e467_3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f0ba4e467_3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f0ba4e467_3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f0ba4e467_3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f0ba4e467_3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Google Shape;19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4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" name="Google Shape;24;p5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5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p6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6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Google Shape;38;p8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p8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8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Google Shape;43;p9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" name="Google Shape;44;p9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" name="Google Shape;45;p9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Google Shape;50;p10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" name="Google Shape;51;p10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" name="Google Shape;52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1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" name="Google Shape;55;p10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Google Shape;63;p12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12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12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b="0" i="0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hyperlink" Target="https://github.com/0marAmara/note-app-demo" TargetMode="External"/><Relationship Id="rId5" Type="http://schemas.openxmlformats.org/officeDocument/2006/relationships/hyperlink" Target="https://github.com/0marAmara/task-app-demo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hyperlink" Target="https://task-app-demo-flame.vercel.app/" TargetMode="External"/><Relationship Id="rId5" Type="http://schemas.openxmlformats.org/officeDocument/2006/relationships/hyperlink" Target="https://note-app-demo-sandy.vercel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2" name="Google Shape;7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3"/>
          <p:cNvSpPr/>
          <p:nvPr/>
        </p:nvSpPr>
        <p:spPr>
          <a:xfrm>
            <a:off x="3123200" y="3978750"/>
            <a:ext cx="5668800" cy="907200"/>
          </a:xfrm>
          <a:prstGeom prst="rect">
            <a:avLst/>
          </a:prstGeom>
          <a:solidFill>
            <a:srgbClr val="F0E8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91306"/>
                </a:solidFill>
              </a:rPr>
              <a:t>Repos:</a:t>
            </a:r>
            <a:endParaRPr sz="1600">
              <a:solidFill>
                <a:srgbClr val="391306"/>
              </a:solidFill>
            </a:endParaRPr>
          </a:p>
          <a:p>
            <a:pPr indent="45720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 u="sng">
                <a:solidFill>
                  <a:srgbClr val="391306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https://github.com/0marAmara/note-app-demo</a:t>
            </a:r>
            <a:endParaRPr sz="1600">
              <a:solidFill>
                <a:srgbClr val="391306"/>
              </a:solidFill>
            </a:endParaRPr>
          </a:p>
          <a:p>
            <a:pPr indent="45720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rgbClr val="391306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https://github.com/0marAmara/task-app-demo</a:t>
            </a:r>
            <a:r>
              <a:rPr lang="en" sz="1600">
                <a:solidFill>
                  <a:srgbClr val="391306"/>
                </a:solidFill>
              </a:rPr>
              <a:t> </a:t>
            </a:r>
            <a:endParaRPr sz="1500">
              <a:solidFill>
                <a:srgbClr val="39130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8" name="Google Shape;7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>
            <a:hlinkClick r:id="rId4"/>
          </p:cNvPr>
          <p:cNvSpPr/>
          <p:nvPr/>
        </p:nvSpPr>
        <p:spPr>
          <a:xfrm>
            <a:off x="175" y="0"/>
            <a:ext cx="45717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0" name="Google Shape;100;p18">
            <a:hlinkClick r:id="rId5"/>
          </p:cNvPr>
          <p:cNvSpPr/>
          <p:nvPr/>
        </p:nvSpPr>
        <p:spPr>
          <a:xfrm>
            <a:off x="4572000" y="0"/>
            <a:ext cx="4571700" cy="51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